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7" r:id="rId9"/>
    <p:sldId id="262" r:id="rId10"/>
    <p:sldId id="263" r:id="rId11"/>
    <p:sldId id="264" r:id="rId12"/>
    <p:sldId id="265" r:id="rId13"/>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4995" autoAdjust="0"/>
    <p:restoredTop sz="94660"/>
  </p:normalViewPr>
  <p:slideViewPr>
    <p:cSldViewPr snapToGrid="0">
      <p:cViewPr>
        <p:scale>
          <a:sx n="75" d="100"/>
          <a:sy n="75" d="100"/>
        </p:scale>
        <p:origin x="974" y="403"/>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45" name=""/>
        <p:cNvGrpSpPr/>
        <p:nvPr/>
      </p:nvGrpSpPr>
      <p:grpSpPr>
        <a:xfrm>
          <a:off x="0" y="0"/>
          <a:ext cx="0" cy="0"/>
          <a:chOff x="0" y="0"/>
          <a:chExt cx="0" cy="0"/>
        </a:xfrm>
      </p:grpSpPr>
      <p:sp>
        <p:nvSpPr>
          <p:cNvPr id="1048663"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4"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5"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66"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67"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68"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36" name=""/>
        <p:cNvGrpSpPr/>
        <p:nvPr/>
      </p:nvGrpSpPr>
      <p:grpSpPr>
        <a:xfrm>
          <a:off x="0" y="0"/>
          <a:ext cx="0" cy="0"/>
          <a:chOff x="0" y="0"/>
          <a:chExt cx="0" cy="0"/>
        </a:xfrm>
      </p:grpSpPr>
      <p:sp>
        <p:nvSpPr>
          <p:cNvPr id="1048610" name="Rectangle 6"/>
          <p:cNvSpPr/>
          <p:nvPr/>
        </p:nvSpPr>
        <p:spPr>
          <a:xfrm>
            <a:off x="446534" y="3085765"/>
            <a:ext cx="11262866" cy="3304800"/>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611"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dirty="0" lang="en-US"/>
          </a:p>
        </p:txBody>
      </p:sp>
      <p:sp>
        <p:nvSpPr>
          <p:cNvPr id="1048612" name="Subtitle 2"/>
          <p:cNvSpPr>
            <a:spLocks noGrp="1"/>
          </p:cNvSpPr>
          <p:nvPr>
            <p:ph type="subTitle" idx="1"/>
          </p:nvPr>
        </p:nvSpPr>
        <p:spPr>
          <a:xfrm>
            <a:off x="581194" y="2495445"/>
            <a:ext cx="10993546" cy="590321"/>
          </a:xfrm>
        </p:spPr>
        <p:txBody>
          <a:bodyPr anchor="t">
            <a:normAutofit/>
          </a:bodyPr>
          <a:lstStyle>
            <a:lvl1pPr algn="l" indent="0" marL="0">
              <a:buNone/>
              <a:defRPr cap="all" sz="1600">
                <a:solidFill>
                  <a:schemeClr val="accent2"/>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a:t>Click to edit Master subtitle style</a:t>
            </a:r>
            <a:endParaRPr dirty="0" lang="en-US"/>
          </a:p>
        </p:txBody>
      </p:sp>
      <p:sp>
        <p:nvSpPr>
          <p:cNvPr id="1048613"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A6CD5444-B057-4868-8EBE-4D11CF92E288}" type="datetimeFigureOut">
              <a:rPr lang="en-IN" smtClean="0"/>
              <a:t>19-05-2025</a:t>
            </a:fld>
            <a:endParaRPr lang="en-IN"/>
          </a:p>
        </p:txBody>
      </p:sp>
      <p:sp>
        <p:nvSpPr>
          <p:cNvPr id="1048614"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1048615"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02EB460-7A77-4FFF-B1B8-6684B90782F2}"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3" name=""/>
        <p:cNvGrpSpPr/>
        <p:nvPr/>
      </p:nvGrpSpPr>
      <p:grpSpPr>
        <a:xfrm>
          <a:off x="0" y="0"/>
          <a:ext cx="0" cy="0"/>
          <a:chOff x="0" y="0"/>
          <a:chExt cx="0" cy="0"/>
        </a:xfrm>
      </p:grpSpPr>
      <p:sp>
        <p:nvSpPr>
          <p:cNvPr id="1048584" name="Rectangle 6"/>
          <p:cNvSpPr>
            <a:spLocks noChangeAspect="1"/>
          </p:cNvSpPr>
          <p:nvPr/>
        </p:nvSpPr>
        <p:spPr>
          <a:xfrm>
            <a:off x="440286" y="614407"/>
            <a:ext cx="11309338" cy="1189298"/>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585" name="Title 1"/>
          <p:cNvSpPr>
            <a:spLocks noGrp="1"/>
          </p:cNvSpPr>
          <p:nvPr>
            <p:ph type="title"/>
          </p:nvPr>
        </p:nvSpPr>
        <p:spPr>
          <a:xfrm>
            <a:off x="581192" y="702156"/>
            <a:ext cx="11029616" cy="1013800"/>
          </a:xfrm>
        </p:spPr>
        <p:txBody>
          <a:bodyPr/>
          <a:p>
            <a:r>
              <a:rPr lang="en-US"/>
              <a:t>Click to edit Master title style</a:t>
            </a:r>
            <a:endParaRPr dirty="0" lang="en-US"/>
          </a:p>
        </p:txBody>
      </p:sp>
      <p:sp>
        <p:nvSpPr>
          <p:cNvPr id="1048586" name="Content Placeholder 2"/>
          <p:cNvSpPr>
            <a:spLocks noGrp="1"/>
          </p:cNvSpPr>
          <p:nvPr>
            <p:ph idx="1"/>
          </p:nvPr>
        </p:nvSpPr>
        <p:spPr>
          <a:xfrm>
            <a:off x="581192" y="2180496"/>
            <a:ext cx="11029615" cy="3678303"/>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87" name="Date Placeholder 3"/>
          <p:cNvSpPr>
            <a:spLocks noGrp="1"/>
          </p:cNvSpPr>
          <p:nvPr>
            <p:ph type="dt" sz="half" idx="10"/>
          </p:nvPr>
        </p:nvSpPr>
        <p:spPr/>
        <p:txBody>
          <a:bodyPr/>
          <a:p>
            <a:fld id="{A6CD5444-B057-4868-8EBE-4D11CF92E288}" type="datetimeFigureOut">
              <a:rPr lang="en-IN" smtClean="0"/>
              <a:t>19-05-2025</a:t>
            </a:fld>
            <a:endParaRPr lang="en-IN"/>
          </a:p>
        </p:txBody>
      </p:sp>
      <p:sp>
        <p:nvSpPr>
          <p:cNvPr id="1048588" name="Footer Placeholder 4"/>
          <p:cNvSpPr>
            <a:spLocks noGrp="1"/>
          </p:cNvSpPr>
          <p:nvPr>
            <p:ph type="ftr" sz="quarter" idx="11"/>
          </p:nvPr>
        </p:nvSpPr>
        <p:spPr/>
        <p:txBody>
          <a:bodyPr/>
          <a:p>
            <a:endParaRPr lang="en-IN"/>
          </a:p>
        </p:txBody>
      </p:sp>
      <p:sp>
        <p:nvSpPr>
          <p:cNvPr id="1048589" name="Slide Number Placeholder 5"/>
          <p:cNvSpPr>
            <a:spLocks noGrp="1"/>
          </p:cNvSpPr>
          <p:nvPr>
            <p:ph type="sldNum" sz="quarter" idx="12"/>
          </p:nvPr>
        </p:nvSpPr>
        <p:spPr>
          <a:xfrm>
            <a:off x="10558300" y="5956137"/>
            <a:ext cx="1052508" cy="365125"/>
          </a:xfrm>
        </p:spPr>
        <p:txBody>
          <a:bodyPr/>
          <a:p>
            <a:fld id="{502EB460-7A77-4FFF-B1B8-6684B90782F2}"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40" name=""/>
        <p:cNvGrpSpPr/>
        <p:nvPr/>
      </p:nvGrpSpPr>
      <p:grpSpPr>
        <a:xfrm>
          <a:off x="0" y="0"/>
          <a:ext cx="0" cy="0"/>
          <a:chOff x="0" y="0"/>
          <a:chExt cx="0" cy="0"/>
        </a:xfrm>
      </p:grpSpPr>
      <p:sp>
        <p:nvSpPr>
          <p:cNvPr id="1048634" name="Rectangle 7"/>
          <p:cNvSpPr>
            <a:spLocks noChangeAspect="1"/>
          </p:cNvSpPr>
          <p:nvPr/>
        </p:nvSpPr>
        <p:spPr>
          <a:xfrm>
            <a:off x="447817" y="5141974"/>
            <a:ext cx="11290860" cy="1258827"/>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635" name="Title 1"/>
          <p:cNvSpPr>
            <a:spLocks noGrp="1"/>
          </p:cNvSpPr>
          <p:nvPr>
            <p:ph type="title"/>
          </p:nvPr>
        </p:nvSpPr>
        <p:spPr>
          <a:xfrm>
            <a:off x="581193" y="3043910"/>
            <a:ext cx="11029615" cy="1497507"/>
          </a:xfrm>
        </p:spPr>
        <p:txBody>
          <a:bodyPr anchor="b">
            <a:normAutofit/>
          </a:bodyPr>
          <a:lstStyle>
            <a:lvl1pPr algn="l">
              <a:defRPr b="0" cap="all" sz="3600">
                <a:solidFill>
                  <a:schemeClr val="accent1"/>
                </a:solidFill>
              </a:defRPr>
            </a:lvl1pPr>
          </a:lstStyle>
          <a:p>
            <a:r>
              <a:rPr lang="en-US"/>
              <a:t>Click to edit Master title style</a:t>
            </a:r>
            <a:endParaRPr dirty="0" lang="en-US"/>
          </a:p>
        </p:txBody>
      </p:sp>
      <p:sp>
        <p:nvSpPr>
          <p:cNvPr id="1048636" name="Text Placeholder 2"/>
          <p:cNvSpPr>
            <a:spLocks noGrp="1"/>
          </p:cNvSpPr>
          <p:nvPr>
            <p:ph type="body" idx="1"/>
          </p:nvPr>
        </p:nvSpPr>
        <p:spPr>
          <a:xfrm>
            <a:off x="581192" y="4541417"/>
            <a:ext cx="11029615" cy="600556"/>
          </a:xfrm>
        </p:spPr>
        <p:txBody>
          <a:bodyPr anchor="t">
            <a:normAutofit/>
          </a:bodyPr>
          <a:lstStyle>
            <a:lvl1pPr algn="l" indent="0" marL="0">
              <a:buNone/>
              <a:defRPr cap="all" sz="1800">
                <a:solidFill>
                  <a:schemeClr val="accent2"/>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37" name="Date Placeholder 3"/>
          <p:cNvSpPr>
            <a:spLocks noGrp="1"/>
          </p:cNvSpPr>
          <p:nvPr>
            <p:ph type="dt" sz="half" idx="10"/>
          </p:nvPr>
        </p:nvSpPr>
        <p:spPr/>
        <p:txBody>
          <a:bodyPr/>
          <a:lstStyle>
            <a:lvl1pPr>
              <a:defRPr>
                <a:solidFill>
                  <a:schemeClr val="accent1">
                    <a:lumMod val="75000"/>
                    <a:lumOff val="25000"/>
                  </a:schemeClr>
                </a:solidFill>
              </a:defRPr>
            </a:lvl1pPr>
          </a:lstStyle>
          <a:p>
            <a:fld id="{A6CD5444-B057-4868-8EBE-4D11CF92E288}" type="datetimeFigureOut">
              <a:rPr lang="en-IN" smtClean="0"/>
              <a:t>19-05-2025</a:t>
            </a:fld>
            <a:endParaRPr lang="en-IN"/>
          </a:p>
        </p:txBody>
      </p:sp>
      <p:sp>
        <p:nvSpPr>
          <p:cNvPr id="1048638"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1048639"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02EB460-7A77-4FFF-B1B8-6684B90782F2}"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1" name=""/>
        <p:cNvGrpSpPr/>
        <p:nvPr/>
      </p:nvGrpSpPr>
      <p:grpSpPr>
        <a:xfrm>
          <a:off x="0" y="0"/>
          <a:ext cx="0" cy="0"/>
          <a:chOff x="0" y="0"/>
          <a:chExt cx="0" cy="0"/>
        </a:xfrm>
      </p:grpSpPr>
      <p:sp>
        <p:nvSpPr>
          <p:cNvPr id="1048640" name="Rectangle 7"/>
          <p:cNvSpPr>
            <a:spLocks noChangeAspect="1"/>
          </p:cNvSpPr>
          <p:nvPr/>
        </p:nvSpPr>
        <p:spPr>
          <a:xfrm>
            <a:off x="445982" y="606554"/>
            <a:ext cx="11300036" cy="1258827"/>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641" name="Title 1"/>
          <p:cNvSpPr>
            <a:spLocks noGrp="1"/>
          </p:cNvSpPr>
          <p:nvPr>
            <p:ph type="title"/>
          </p:nvPr>
        </p:nvSpPr>
        <p:spPr>
          <a:xfrm>
            <a:off x="581193" y="729658"/>
            <a:ext cx="11029616" cy="988332"/>
          </a:xfrm>
        </p:spPr>
        <p:txBody>
          <a:bodyPr/>
          <a:p>
            <a:r>
              <a:rPr lang="en-US"/>
              <a:t>Click to edit Master title style</a:t>
            </a:r>
            <a:endParaRPr dirty="0" lang="en-US"/>
          </a:p>
        </p:txBody>
      </p:sp>
      <p:sp>
        <p:nvSpPr>
          <p:cNvPr id="1048642" name="Content Placeholder 2"/>
          <p:cNvSpPr>
            <a:spLocks noGrp="1"/>
          </p:cNvSpPr>
          <p:nvPr>
            <p:ph sz="half" idx="1"/>
          </p:nvPr>
        </p:nvSpPr>
        <p:spPr>
          <a:xfrm>
            <a:off x="581193" y="2228003"/>
            <a:ext cx="5422390" cy="3633047"/>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43" name="Content Placeholder 3"/>
          <p:cNvSpPr>
            <a:spLocks noGrp="1"/>
          </p:cNvSpPr>
          <p:nvPr>
            <p:ph sz="half" idx="2"/>
          </p:nvPr>
        </p:nvSpPr>
        <p:spPr>
          <a:xfrm>
            <a:off x="6188417" y="2228003"/>
            <a:ext cx="5422392" cy="3633047"/>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44" name="Date Placeholder 4"/>
          <p:cNvSpPr>
            <a:spLocks noGrp="1"/>
          </p:cNvSpPr>
          <p:nvPr>
            <p:ph type="dt" sz="half" idx="10"/>
          </p:nvPr>
        </p:nvSpPr>
        <p:spPr/>
        <p:txBody>
          <a:bodyPr/>
          <a:p>
            <a:fld id="{A6CD5444-B057-4868-8EBE-4D11CF92E288}" type="datetimeFigureOut">
              <a:rPr lang="en-IN" smtClean="0"/>
              <a:t>19-05-2025</a:t>
            </a:fld>
            <a:endParaRPr lang="en-IN"/>
          </a:p>
        </p:txBody>
      </p:sp>
      <p:sp>
        <p:nvSpPr>
          <p:cNvPr id="1048645" name="Footer Placeholder 5"/>
          <p:cNvSpPr>
            <a:spLocks noGrp="1"/>
          </p:cNvSpPr>
          <p:nvPr>
            <p:ph type="ftr" sz="quarter" idx="11"/>
          </p:nvPr>
        </p:nvSpPr>
        <p:spPr/>
        <p:txBody>
          <a:bodyPr/>
          <a:p>
            <a:endParaRPr lang="en-IN"/>
          </a:p>
        </p:txBody>
      </p:sp>
      <p:sp>
        <p:nvSpPr>
          <p:cNvPr id="1048646" name="Slide Number Placeholder 6"/>
          <p:cNvSpPr>
            <a:spLocks noGrp="1"/>
          </p:cNvSpPr>
          <p:nvPr>
            <p:ph type="sldNum" sz="quarter" idx="12"/>
          </p:nvPr>
        </p:nvSpPr>
        <p:spPr/>
        <p:txBody>
          <a:bodyPr/>
          <a:p>
            <a:fld id="{502EB460-7A77-4FFF-B1B8-6684B90782F2}"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42" name=""/>
        <p:cNvGrpSpPr/>
        <p:nvPr/>
      </p:nvGrpSpPr>
      <p:grpSpPr>
        <a:xfrm>
          <a:off x="0" y="0"/>
          <a:ext cx="0" cy="0"/>
          <a:chOff x="0" y="0"/>
          <a:chExt cx="0" cy="0"/>
        </a:xfrm>
      </p:grpSpPr>
      <p:sp>
        <p:nvSpPr>
          <p:cNvPr id="1048647" name="Rectangle 10"/>
          <p:cNvSpPr>
            <a:spLocks noChangeAspect="1"/>
          </p:cNvSpPr>
          <p:nvPr/>
        </p:nvSpPr>
        <p:spPr>
          <a:xfrm>
            <a:off x="445982" y="606554"/>
            <a:ext cx="11300036" cy="1258827"/>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648" name="Title 1"/>
          <p:cNvSpPr>
            <a:spLocks noGrp="1"/>
          </p:cNvSpPr>
          <p:nvPr>
            <p:ph type="title"/>
          </p:nvPr>
        </p:nvSpPr>
        <p:spPr>
          <a:xfrm>
            <a:off x="581193" y="729658"/>
            <a:ext cx="11029616" cy="988332"/>
          </a:xfrm>
        </p:spPr>
        <p:txBody>
          <a:bodyPr/>
          <a:p>
            <a:r>
              <a:rPr lang="en-US"/>
              <a:t>Click to edit Master title style</a:t>
            </a:r>
            <a:endParaRPr dirty="0" lang="en-US"/>
          </a:p>
        </p:txBody>
      </p:sp>
      <p:sp>
        <p:nvSpPr>
          <p:cNvPr id="1048649" name="Text Placeholder 2"/>
          <p:cNvSpPr>
            <a:spLocks noGrp="1"/>
          </p:cNvSpPr>
          <p:nvPr>
            <p:ph type="body" idx="1"/>
          </p:nvPr>
        </p:nvSpPr>
        <p:spPr>
          <a:xfrm>
            <a:off x="887219" y="2250892"/>
            <a:ext cx="5087075" cy="536005"/>
          </a:xfrm>
        </p:spPr>
        <p:txBody>
          <a:bodyPr anchor="b">
            <a:noAutofit/>
          </a:bodyPr>
          <a:lstStyle>
            <a:lvl1pPr indent="0" marL="0">
              <a:buNone/>
              <a:defRPr b="0" sz="2200">
                <a:solidFill>
                  <a:schemeClr val="accent2"/>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50" name="Content Placeholder 3"/>
          <p:cNvSpPr>
            <a:spLocks noGrp="1"/>
          </p:cNvSpPr>
          <p:nvPr>
            <p:ph sz="half" idx="2"/>
          </p:nvPr>
        </p:nvSpPr>
        <p:spPr>
          <a:xfrm>
            <a:off x="581194" y="2926052"/>
            <a:ext cx="5393100" cy="2934999"/>
          </a:xfrm>
        </p:spPr>
        <p:txBody>
          <a:bodyPr anchor="t">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51" name="Text Placeholder 4"/>
          <p:cNvSpPr>
            <a:spLocks noGrp="1"/>
          </p:cNvSpPr>
          <p:nvPr>
            <p:ph type="body" sz="quarter" idx="3"/>
          </p:nvPr>
        </p:nvSpPr>
        <p:spPr>
          <a:xfrm>
            <a:off x="6523735" y="2250892"/>
            <a:ext cx="5087073" cy="553373"/>
          </a:xfrm>
        </p:spPr>
        <p:txBody>
          <a:bodyPr anchor="b">
            <a:noAutofit/>
          </a:bodyPr>
          <a:lstStyle>
            <a:lvl1pPr indent="0" marL="0">
              <a:buNone/>
              <a:defRPr b="0" sz="2200">
                <a:solidFill>
                  <a:schemeClr val="accent2"/>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52" name="Content Placeholder 5"/>
          <p:cNvSpPr>
            <a:spLocks noGrp="1"/>
          </p:cNvSpPr>
          <p:nvPr>
            <p:ph sz="quarter" idx="4"/>
          </p:nvPr>
        </p:nvSpPr>
        <p:spPr>
          <a:xfrm>
            <a:off x="6217709" y="2926052"/>
            <a:ext cx="5393100" cy="2934999"/>
          </a:xfrm>
        </p:spPr>
        <p:txBody>
          <a:bodyPr anchor="t">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53" name="Date Placeholder 6"/>
          <p:cNvSpPr>
            <a:spLocks noGrp="1"/>
          </p:cNvSpPr>
          <p:nvPr>
            <p:ph type="dt" sz="half" idx="10"/>
          </p:nvPr>
        </p:nvSpPr>
        <p:spPr/>
        <p:txBody>
          <a:bodyPr/>
          <a:p>
            <a:fld id="{A6CD5444-B057-4868-8EBE-4D11CF92E288}" type="datetimeFigureOut">
              <a:rPr lang="en-IN" smtClean="0"/>
              <a:t>19-05-2025</a:t>
            </a:fld>
            <a:endParaRPr lang="en-IN"/>
          </a:p>
        </p:txBody>
      </p:sp>
      <p:sp>
        <p:nvSpPr>
          <p:cNvPr id="1048654" name="Footer Placeholder 7"/>
          <p:cNvSpPr>
            <a:spLocks noGrp="1"/>
          </p:cNvSpPr>
          <p:nvPr>
            <p:ph type="ftr" sz="quarter" idx="11"/>
          </p:nvPr>
        </p:nvSpPr>
        <p:spPr/>
        <p:txBody>
          <a:bodyPr/>
          <a:p>
            <a:endParaRPr lang="en-IN"/>
          </a:p>
        </p:txBody>
      </p:sp>
      <p:sp>
        <p:nvSpPr>
          <p:cNvPr id="1048655" name="Slide Number Placeholder 8"/>
          <p:cNvSpPr>
            <a:spLocks noGrp="1"/>
          </p:cNvSpPr>
          <p:nvPr>
            <p:ph type="sldNum" sz="quarter" idx="12"/>
          </p:nvPr>
        </p:nvSpPr>
        <p:spPr/>
        <p:txBody>
          <a:bodyPr/>
          <a:p>
            <a:fld id="{502EB460-7A77-4FFF-B1B8-6684B90782F2}"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27" name=""/>
        <p:cNvGrpSpPr/>
        <p:nvPr/>
      </p:nvGrpSpPr>
      <p:grpSpPr>
        <a:xfrm>
          <a:off x="0" y="0"/>
          <a:ext cx="0" cy="0"/>
          <a:chOff x="0" y="0"/>
          <a:chExt cx="0" cy="0"/>
        </a:xfrm>
      </p:grpSpPr>
      <p:sp>
        <p:nvSpPr>
          <p:cNvPr id="1048594" name="Rectangle 6"/>
          <p:cNvSpPr>
            <a:spLocks noChangeAspect="1"/>
          </p:cNvSpPr>
          <p:nvPr/>
        </p:nvSpPr>
        <p:spPr>
          <a:xfrm>
            <a:off x="440683" y="606554"/>
            <a:ext cx="11300036" cy="1258827"/>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595" name="Title 1"/>
          <p:cNvSpPr>
            <a:spLocks noGrp="1"/>
          </p:cNvSpPr>
          <p:nvPr>
            <p:ph type="title"/>
          </p:nvPr>
        </p:nvSpPr>
        <p:spPr>
          <a:xfrm>
            <a:off x="575894" y="729658"/>
            <a:ext cx="11029616" cy="988332"/>
          </a:xfrm>
        </p:spPr>
        <p:txBody>
          <a:bodyPr/>
          <a:p>
            <a:r>
              <a:rPr lang="en-US"/>
              <a:t>Click to edit Master title style</a:t>
            </a:r>
            <a:endParaRPr dirty="0" lang="en-US"/>
          </a:p>
        </p:txBody>
      </p:sp>
      <p:sp>
        <p:nvSpPr>
          <p:cNvPr id="1048596" name="Date Placeholder 2"/>
          <p:cNvSpPr>
            <a:spLocks noGrp="1"/>
          </p:cNvSpPr>
          <p:nvPr>
            <p:ph type="dt" sz="half" idx="10"/>
          </p:nvPr>
        </p:nvSpPr>
        <p:spPr/>
        <p:txBody>
          <a:bodyPr/>
          <a:p>
            <a:fld id="{A6CD5444-B057-4868-8EBE-4D11CF92E288}" type="datetimeFigureOut">
              <a:rPr lang="en-IN" smtClean="0"/>
              <a:t>19-05-2025</a:t>
            </a:fld>
            <a:endParaRPr lang="en-IN"/>
          </a:p>
        </p:txBody>
      </p:sp>
      <p:sp>
        <p:nvSpPr>
          <p:cNvPr id="1048597" name="Footer Placeholder 3"/>
          <p:cNvSpPr>
            <a:spLocks noGrp="1"/>
          </p:cNvSpPr>
          <p:nvPr>
            <p:ph type="ftr" sz="quarter" idx="11"/>
          </p:nvPr>
        </p:nvSpPr>
        <p:spPr/>
        <p:txBody>
          <a:bodyPr/>
          <a:p>
            <a:endParaRPr lang="en-IN"/>
          </a:p>
        </p:txBody>
      </p:sp>
      <p:sp>
        <p:nvSpPr>
          <p:cNvPr id="1048598" name="Slide Number Placeholder 4"/>
          <p:cNvSpPr>
            <a:spLocks noGrp="1"/>
          </p:cNvSpPr>
          <p:nvPr>
            <p:ph type="sldNum" sz="quarter" idx="12"/>
          </p:nvPr>
        </p:nvSpPr>
        <p:spPr/>
        <p:txBody>
          <a:bodyPr/>
          <a:p>
            <a:fld id="{502EB460-7A77-4FFF-B1B8-6684B90782F2}"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31" name=""/>
        <p:cNvGrpSpPr/>
        <p:nvPr/>
      </p:nvGrpSpPr>
      <p:grpSpPr>
        <a:xfrm>
          <a:off x="0" y="0"/>
          <a:ext cx="0" cy="0"/>
          <a:chOff x="0" y="0"/>
          <a:chExt cx="0" cy="0"/>
        </a:xfrm>
      </p:grpSpPr>
      <p:sp>
        <p:nvSpPr>
          <p:cNvPr id="1048602" name="Date Placeholder 1"/>
          <p:cNvSpPr>
            <a:spLocks noGrp="1"/>
          </p:cNvSpPr>
          <p:nvPr>
            <p:ph type="dt" sz="half" idx="10"/>
          </p:nvPr>
        </p:nvSpPr>
        <p:spPr/>
        <p:txBody>
          <a:bodyPr/>
          <a:p>
            <a:fld id="{A6CD5444-B057-4868-8EBE-4D11CF92E288}" type="datetimeFigureOut">
              <a:rPr lang="en-IN" smtClean="0"/>
              <a:t>19-05-2025</a:t>
            </a:fld>
            <a:endParaRPr lang="en-IN"/>
          </a:p>
        </p:txBody>
      </p:sp>
      <p:sp>
        <p:nvSpPr>
          <p:cNvPr id="1048603" name="Footer Placeholder 2"/>
          <p:cNvSpPr>
            <a:spLocks noGrp="1"/>
          </p:cNvSpPr>
          <p:nvPr>
            <p:ph type="ftr" sz="quarter" idx="11"/>
          </p:nvPr>
        </p:nvSpPr>
        <p:spPr/>
        <p:txBody>
          <a:bodyPr/>
          <a:p>
            <a:endParaRPr lang="en-IN"/>
          </a:p>
        </p:txBody>
      </p:sp>
      <p:sp>
        <p:nvSpPr>
          <p:cNvPr id="1048604" name="Slide Number Placeholder 3"/>
          <p:cNvSpPr>
            <a:spLocks noGrp="1"/>
          </p:cNvSpPr>
          <p:nvPr>
            <p:ph type="sldNum" sz="quarter" idx="12"/>
          </p:nvPr>
        </p:nvSpPr>
        <p:spPr/>
        <p:txBody>
          <a:bodyPr/>
          <a:p>
            <a:fld id="{502EB460-7A77-4FFF-B1B8-6684B90782F2}"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43" name=""/>
        <p:cNvGrpSpPr/>
        <p:nvPr/>
      </p:nvGrpSpPr>
      <p:grpSpPr>
        <a:xfrm>
          <a:off x="0" y="0"/>
          <a:ext cx="0" cy="0"/>
          <a:chOff x="0" y="0"/>
          <a:chExt cx="0" cy="0"/>
        </a:xfrm>
      </p:grpSpPr>
      <p:sp>
        <p:nvSpPr>
          <p:cNvPr id="1048656" name="Rectangle 8"/>
          <p:cNvSpPr>
            <a:spLocks noChangeAspect="1"/>
          </p:cNvSpPr>
          <p:nvPr/>
        </p:nvSpPr>
        <p:spPr>
          <a:xfrm>
            <a:off x="447817" y="5141973"/>
            <a:ext cx="11298200" cy="1274702"/>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657" name="Title 1"/>
          <p:cNvSpPr>
            <a:spLocks noGrp="1"/>
          </p:cNvSpPr>
          <p:nvPr>
            <p:ph type="title"/>
          </p:nvPr>
        </p:nvSpPr>
        <p:spPr>
          <a:xfrm>
            <a:off x="581192" y="5262296"/>
            <a:ext cx="4909445" cy="689514"/>
          </a:xfrm>
        </p:spPr>
        <p:txBody>
          <a:bodyPr anchor="ctr"/>
          <a:lstStyle>
            <a:lvl1pPr algn="l">
              <a:defRPr b="0" sz="2000">
                <a:solidFill>
                  <a:schemeClr val="accent1">
                    <a:lumMod val="75000"/>
                    <a:lumOff val="25000"/>
                  </a:schemeClr>
                </a:solidFill>
              </a:defRPr>
            </a:lvl1pPr>
          </a:lstStyle>
          <a:p>
            <a:r>
              <a:rPr lang="en-US"/>
              <a:t>Click to edit Master title style</a:t>
            </a:r>
            <a:endParaRPr dirty="0" lang="en-US"/>
          </a:p>
        </p:txBody>
      </p:sp>
      <p:sp>
        <p:nvSpPr>
          <p:cNvPr id="1048658"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59" name="Text Placeholder 3"/>
          <p:cNvSpPr>
            <a:spLocks noGrp="1"/>
          </p:cNvSpPr>
          <p:nvPr>
            <p:ph type="body" sz="half" idx="2"/>
          </p:nvPr>
        </p:nvSpPr>
        <p:spPr>
          <a:xfrm>
            <a:off x="5740823" y="5262296"/>
            <a:ext cx="5869987" cy="689515"/>
          </a:xfrm>
        </p:spPr>
        <p:txBody>
          <a:bodyPr anchor="ctr">
            <a:normAutofit/>
          </a:bodyPr>
          <a:lstStyle>
            <a:lvl1pPr algn="r" indent="0" marL="0">
              <a:buNone/>
              <a:defRPr sz="1100">
                <a:solidFill>
                  <a:schemeClr val="bg1"/>
                </a:solidFill>
              </a:defRPr>
            </a:lvl1pPr>
            <a:lvl2pPr indent="0" marL="457200">
              <a:buNone/>
              <a:defRPr sz="11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60" name="Date Placeholder 4"/>
          <p:cNvSpPr>
            <a:spLocks noGrp="1"/>
          </p:cNvSpPr>
          <p:nvPr>
            <p:ph type="dt" sz="half" idx="10"/>
          </p:nvPr>
        </p:nvSpPr>
        <p:spPr/>
        <p:txBody>
          <a:bodyPr/>
          <a:lstStyle>
            <a:lvl1pPr>
              <a:defRPr>
                <a:solidFill>
                  <a:schemeClr val="accent1">
                    <a:lumMod val="75000"/>
                    <a:lumOff val="25000"/>
                  </a:schemeClr>
                </a:solidFill>
              </a:defRPr>
            </a:lvl1pPr>
          </a:lstStyle>
          <a:p>
            <a:fld id="{A6CD5444-B057-4868-8EBE-4D11CF92E288}" type="datetimeFigureOut">
              <a:rPr lang="en-IN" smtClean="0"/>
              <a:t>19-05-2025</a:t>
            </a:fld>
            <a:endParaRPr lang="en-IN"/>
          </a:p>
        </p:txBody>
      </p:sp>
      <p:sp>
        <p:nvSpPr>
          <p:cNvPr id="1048661"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1048662"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02EB460-7A77-4FFF-B1B8-6684B90782F2}"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38" name=""/>
        <p:cNvGrpSpPr/>
        <p:nvPr/>
      </p:nvGrpSpPr>
      <p:grpSpPr>
        <a:xfrm>
          <a:off x="0" y="0"/>
          <a:ext cx="0" cy="0"/>
          <a:chOff x="0" y="0"/>
          <a:chExt cx="0" cy="0"/>
        </a:xfrm>
      </p:grpSpPr>
      <p:sp>
        <p:nvSpPr>
          <p:cNvPr id="1048622" name="Title 1"/>
          <p:cNvSpPr>
            <a:spLocks noGrp="1"/>
          </p:cNvSpPr>
          <p:nvPr>
            <p:ph type="title"/>
          </p:nvPr>
        </p:nvSpPr>
        <p:spPr>
          <a:xfrm>
            <a:off x="581193" y="4693389"/>
            <a:ext cx="11029616" cy="566738"/>
          </a:xfrm>
        </p:spPr>
        <p:txBody>
          <a:bodyPr anchor="b">
            <a:normAutofit/>
          </a:bodyPr>
          <a:lstStyle>
            <a:lvl1pPr algn="l">
              <a:defRPr b="0" sz="2400">
                <a:solidFill>
                  <a:schemeClr val="accent1"/>
                </a:solidFill>
              </a:defRPr>
            </a:lvl1pPr>
          </a:lstStyle>
          <a:p>
            <a:r>
              <a:rPr lang="en-US"/>
              <a:t>Click to edit Master title style</a:t>
            </a:r>
            <a:endParaRPr dirty="0" lang="en-US"/>
          </a:p>
        </p:txBody>
      </p:sp>
      <p:sp>
        <p:nvSpPr>
          <p:cNvPr id="1048623" name="Picture Placeholder 2"/>
          <p:cNvSpPr>
            <a:spLocks noChangeAspect="1" noGrp="1"/>
          </p:cNvSpPr>
          <p:nvPr>
            <p:ph type="pic" idx="1"/>
          </p:nvPr>
        </p:nvSpPr>
        <p:spPr>
          <a:xfrm>
            <a:off x="447817" y="599725"/>
            <a:ext cx="11290859" cy="3557252"/>
          </a:xfrm>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lang="en-US"/>
              <a:t>Click icon to add picture</a:t>
            </a:r>
            <a:endParaRPr dirty="0" lang="en-US"/>
          </a:p>
        </p:txBody>
      </p:sp>
      <p:sp>
        <p:nvSpPr>
          <p:cNvPr id="1048624" name="Text Placeholder 3"/>
          <p:cNvSpPr>
            <a:spLocks noGrp="1"/>
          </p:cNvSpPr>
          <p:nvPr>
            <p:ph type="body" sz="half" idx="2"/>
          </p:nvPr>
        </p:nvSpPr>
        <p:spPr>
          <a:xfrm>
            <a:off x="581192" y="5260127"/>
            <a:ext cx="11029617" cy="598671"/>
          </a:xfrm>
        </p:spPr>
        <p:txBody>
          <a:bodyPr>
            <a:normAutofit/>
          </a:bodyPr>
          <a:lstStyle>
            <a:lvl1pPr indent="0" marL="0">
              <a:buNone/>
              <a:defRPr sz="12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25" name="Date Placeholder 4"/>
          <p:cNvSpPr>
            <a:spLocks noGrp="1"/>
          </p:cNvSpPr>
          <p:nvPr>
            <p:ph type="dt" sz="half" idx="10"/>
          </p:nvPr>
        </p:nvSpPr>
        <p:spPr/>
        <p:txBody>
          <a:bodyPr/>
          <a:p>
            <a:fld id="{A6CD5444-B057-4868-8EBE-4D11CF92E288}" type="datetimeFigureOut">
              <a:rPr lang="en-IN" smtClean="0"/>
              <a:t>19-05-2025</a:t>
            </a:fld>
            <a:endParaRPr lang="en-IN"/>
          </a:p>
        </p:txBody>
      </p:sp>
      <p:sp>
        <p:nvSpPr>
          <p:cNvPr id="1048626" name="Footer Placeholder 5"/>
          <p:cNvSpPr>
            <a:spLocks noGrp="1"/>
          </p:cNvSpPr>
          <p:nvPr>
            <p:ph type="ftr" sz="quarter" idx="11"/>
          </p:nvPr>
        </p:nvSpPr>
        <p:spPr/>
        <p:txBody>
          <a:bodyPr/>
          <a:p>
            <a:endParaRPr lang="en-IN"/>
          </a:p>
        </p:txBody>
      </p:sp>
      <p:sp>
        <p:nvSpPr>
          <p:cNvPr id="1048627" name="Slide Number Placeholder 6"/>
          <p:cNvSpPr>
            <a:spLocks noGrp="1"/>
          </p:cNvSpPr>
          <p:nvPr>
            <p:ph type="sldNum" sz="quarter" idx="12"/>
          </p:nvPr>
        </p:nvSpPr>
        <p:spPr/>
        <p:txBody>
          <a:bodyPr/>
          <a:p>
            <a:fld id="{502EB460-7A77-4FFF-B1B8-6684B90782F2}"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39" name=""/>
        <p:cNvGrpSpPr/>
        <p:nvPr/>
      </p:nvGrpSpPr>
      <p:grpSpPr>
        <a:xfrm>
          <a:off x="0" y="0"/>
          <a:ext cx="0" cy="0"/>
          <a:chOff x="0" y="0"/>
          <a:chExt cx="0" cy="0"/>
        </a:xfrm>
      </p:grpSpPr>
      <p:sp>
        <p:nvSpPr>
          <p:cNvPr id="1048628" name="Rectangle 7"/>
          <p:cNvSpPr>
            <a:spLocks noChangeAspect="1"/>
          </p:cNvSpPr>
          <p:nvPr/>
        </p:nvSpPr>
        <p:spPr>
          <a:xfrm>
            <a:off x="440286" y="614407"/>
            <a:ext cx="11309338" cy="1189298"/>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629" name="Title 1"/>
          <p:cNvSpPr>
            <a:spLocks noGrp="1"/>
          </p:cNvSpPr>
          <p:nvPr>
            <p:ph type="title"/>
          </p:nvPr>
        </p:nvSpPr>
        <p:spPr>
          <a:xfrm>
            <a:off x="581192" y="702156"/>
            <a:ext cx="11029616" cy="1013800"/>
          </a:xfrm>
        </p:spPr>
        <p:txBody>
          <a:bodyPr/>
          <a:p>
            <a:r>
              <a:rPr lang="en-US"/>
              <a:t>Click to edit Master title style</a:t>
            </a:r>
            <a:endParaRPr dirty="0" lang="en-US"/>
          </a:p>
        </p:txBody>
      </p:sp>
      <p:sp>
        <p:nvSpPr>
          <p:cNvPr id="1048630" name="Vertical Text Placeholder 2"/>
          <p:cNvSpPr>
            <a:spLocks noGrp="1"/>
          </p:cNvSpPr>
          <p:nvPr>
            <p:ph type="body" orient="vert" idx="1"/>
          </p:nvPr>
        </p:nvSpPr>
        <p:spPr/>
        <p:txBody>
          <a:bodyPr anchor="t" vert="eaVert"/>
          <a:lstStyle>
            <a:lvl1pPr algn="l"/>
            <a:lvl2pPr algn="l"/>
            <a:lvl3pPr algn="l"/>
            <a:lvl4pPr algn="l"/>
            <a:lvl5pPr algn="l"/>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31" name="Date Placeholder 3"/>
          <p:cNvSpPr>
            <a:spLocks noGrp="1"/>
          </p:cNvSpPr>
          <p:nvPr>
            <p:ph type="dt" sz="half" idx="10"/>
          </p:nvPr>
        </p:nvSpPr>
        <p:spPr/>
        <p:txBody>
          <a:bodyPr/>
          <a:p>
            <a:fld id="{A6CD5444-B057-4868-8EBE-4D11CF92E288}" type="datetimeFigureOut">
              <a:rPr lang="en-IN" smtClean="0"/>
              <a:t>19-05-2025</a:t>
            </a:fld>
            <a:endParaRPr lang="en-IN"/>
          </a:p>
        </p:txBody>
      </p:sp>
      <p:sp>
        <p:nvSpPr>
          <p:cNvPr id="1048632" name="Footer Placeholder 4"/>
          <p:cNvSpPr>
            <a:spLocks noGrp="1"/>
          </p:cNvSpPr>
          <p:nvPr>
            <p:ph type="ftr" sz="quarter" idx="11"/>
          </p:nvPr>
        </p:nvSpPr>
        <p:spPr/>
        <p:txBody>
          <a:bodyPr/>
          <a:p>
            <a:endParaRPr lang="en-IN"/>
          </a:p>
        </p:txBody>
      </p:sp>
      <p:sp>
        <p:nvSpPr>
          <p:cNvPr id="1048633" name="Slide Number Placeholder 5"/>
          <p:cNvSpPr>
            <a:spLocks noGrp="1"/>
          </p:cNvSpPr>
          <p:nvPr>
            <p:ph type="sldNum" sz="quarter" idx="12"/>
          </p:nvPr>
        </p:nvSpPr>
        <p:spPr/>
        <p:txBody>
          <a:bodyPr/>
          <a:p>
            <a:fld id="{502EB460-7A77-4FFF-B1B8-6684B90782F2}"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37" name=""/>
        <p:cNvGrpSpPr/>
        <p:nvPr/>
      </p:nvGrpSpPr>
      <p:grpSpPr>
        <a:xfrm>
          <a:off x="0" y="0"/>
          <a:ext cx="0" cy="0"/>
          <a:chOff x="0" y="0"/>
          <a:chExt cx="0" cy="0"/>
        </a:xfrm>
      </p:grpSpPr>
      <p:sp>
        <p:nvSpPr>
          <p:cNvPr id="1048616" name="Rectangle 6"/>
          <p:cNvSpPr>
            <a:spLocks noChangeAspect="1"/>
          </p:cNvSpPr>
          <p:nvPr/>
        </p:nvSpPr>
        <p:spPr>
          <a:xfrm>
            <a:off x="8839201" y="599725"/>
            <a:ext cx="2906817" cy="5816950"/>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617" name="Vertical Title 1"/>
          <p:cNvSpPr>
            <a:spLocks noGrp="1"/>
          </p:cNvSpPr>
          <p:nvPr>
            <p:ph type="title" orient="vert"/>
          </p:nvPr>
        </p:nvSpPr>
        <p:spPr>
          <a:xfrm>
            <a:off x="8839201" y="675726"/>
            <a:ext cx="2004164" cy="5183073"/>
          </a:xfrm>
        </p:spPr>
        <p:txBody>
          <a:bodyPr vert="eaVert"/>
          <a:p>
            <a:r>
              <a:rPr lang="en-US"/>
              <a:t>Click to edit Master title style</a:t>
            </a:r>
            <a:endParaRPr dirty="0" lang="en-US"/>
          </a:p>
        </p:txBody>
      </p:sp>
      <p:sp>
        <p:nvSpPr>
          <p:cNvPr id="1048618" name="Vertical Text Placeholder 2"/>
          <p:cNvSpPr>
            <a:spLocks noGrp="1"/>
          </p:cNvSpPr>
          <p:nvPr>
            <p:ph type="body" orient="vert" idx="1"/>
          </p:nvPr>
        </p:nvSpPr>
        <p:spPr>
          <a:xfrm>
            <a:off x="774923" y="675726"/>
            <a:ext cx="7896279" cy="5183073"/>
          </a:xfrm>
        </p:spPr>
        <p:txBody>
          <a:bodyPr anchor="t"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619"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A6CD5444-B057-4868-8EBE-4D11CF92E288}" type="datetimeFigureOut">
              <a:rPr lang="en-IN" smtClean="0"/>
              <a:t>19-05-2025</a:t>
            </a:fld>
            <a:endParaRPr lang="en-IN"/>
          </a:p>
        </p:txBody>
      </p:sp>
      <p:sp>
        <p:nvSpPr>
          <p:cNvPr id="1048620" name="Footer Placeholder 4"/>
          <p:cNvSpPr>
            <a:spLocks noGrp="1"/>
          </p:cNvSpPr>
          <p:nvPr>
            <p:ph type="ftr" sz="quarter" idx="11"/>
          </p:nvPr>
        </p:nvSpPr>
        <p:spPr>
          <a:xfrm>
            <a:off x="774923" y="5951811"/>
            <a:ext cx="7896279" cy="365125"/>
          </a:xfrm>
        </p:spPr>
        <p:txBody>
          <a:bodyPr/>
          <a:p>
            <a:endParaRPr lang="en-IN"/>
          </a:p>
        </p:txBody>
      </p:sp>
      <p:sp>
        <p:nvSpPr>
          <p:cNvPr id="1048621"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02EB460-7A77-4FFF-B1B8-6684B90782F2}"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581192" y="705124"/>
            <a:ext cx="11029616" cy="1189554"/>
          </a:xfrm>
          <a:prstGeom prst="rect"/>
        </p:spPr>
        <p:txBody>
          <a:bodyPr anchor="b" bIns="45720" lIns="91440" rIns="91440" rtlCol="0" tIns="45720" vert="horz">
            <a:normAutofit/>
          </a:bodyPr>
          <a:p>
            <a:r>
              <a:rPr lang="en-US"/>
              <a:t>Click to edit Master title style</a:t>
            </a:r>
            <a:endParaRPr dirty="0" lang="en-US"/>
          </a:p>
        </p:txBody>
      </p:sp>
      <p:sp>
        <p:nvSpPr>
          <p:cNvPr id="1048577" name="Text Placeholder 2"/>
          <p:cNvSpPr>
            <a:spLocks noGrp="1"/>
          </p:cNvSpPr>
          <p:nvPr>
            <p:ph type="body" idx="1"/>
          </p:nvPr>
        </p:nvSpPr>
        <p:spPr>
          <a:xfrm>
            <a:off x="581192" y="2336003"/>
            <a:ext cx="11029616" cy="3522794"/>
          </a:xfrm>
          <a:prstGeom prst="rect"/>
        </p:spPr>
        <p:txBody>
          <a:bodyPr anchor="ct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78" name="Date Placeholder 3"/>
          <p:cNvSpPr>
            <a:spLocks noGrp="1"/>
          </p:cNvSpPr>
          <p:nvPr>
            <p:ph type="dt" sz="half" idx="2"/>
          </p:nvPr>
        </p:nvSpPr>
        <p:spPr>
          <a:xfrm>
            <a:off x="7605951" y="5956137"/>
            <a:ext cx="2844799" cy="365125"/>
          </a:xfrm>
          <a:prstGeom prst="rect"/>
        </p:spPr>
        <p:txBody>
          <a:bodyPr anchor="ctr" bIns="45720" lIns="91440" rIns="91440" rtlCol="0" tIns="45720" vert="horz"/>
          <a:lstStyle>
            <a:lvl1pPr algn="r">
              <a:defRPr sz="900">
                <a:solidFill>
                  <a:schemeClr val="accent2"/>
                </a:solidFill>
              </a:defRPr>
            </a:lvl1pPr>
          </a:lstStyle>
          <a:p>
            <a:fld id="{A6CD5444-B057-4868-8EBE-4D11CF92E288}" type="datetimeFigureOut">
              <a:rPr lang="en-IN" smtClean="0"/>
              <a:t>19-05-2025</a:t>
            </a:fld>
            <a:endParaRPr lang="en-IN"/>
          </a:p>
        </p:txBody>
      </p:sp>
      <p:sp>
        <p:nvSpPr>
          <p:cNvPr id="1048579" name="Footer Placeholder 4"/>
          <p:cNvSpPr>
            <a:spLocks noGrp="1"/>
          </p:cNvSpPr>
          <p:nvPr>
            <p:ph type="ftr" sz="quarter" idx="3"/>
          </p:nvPr>
        </p:nvSpPr>
        <p:spPr>
          <a:xfrm>
            <a:off x="581192" y="5951811"/>
            <a:ext cx="6917210" cy="365125"/>
          </a:xfrm>
          <a:prstGeom prst="rect"/>
        </p:spPr>
        <p:txBody>
          <a:bodyPr anchor="ctr" bIns="45720" lIns="91440" rIns="91440" rtlCol="0" tIns="45720" vert="horz"/>
          <a:lstStyle>
            <a:lvl1pPr algn="l">
              <a:defRPr cap="all" sz="900">
                <a:solidFill>
                  <a:schemeClr val="accent2"/>
                </a:solidFill>
              </a:defRPr>
            </a:lvl1pPr>
          </a:lstStyle>
          <a:p>
            <a:endParaRPr lang="en-IN"/>
          </a:p>
        </p:txBody>
      </p:sp>
      <p:sp>
        <p:nvSpPr>
          <p:cNvPr id="1048580" name="Slide Number Placeholder 5"/>
          <p:cNvSpPr>
            <a:spLocks noGrp="1"/>
          </p:cNvSpPr>
          <p:nvPr>
            <p:ph type="sldNum" sz="quarter" idx="4"/>
          </p:nvPr>
        </p:nvSpPr>
        <p:spPr>
          <a:xfrm>
            <a:off x="10558300" y="5956137"/>
            <a:ext cx="1052510" cy="365125"/>
          </a:xfrm>
          <a:prstGeom prst="rect"/>
        </p:spPr>
        <p:txBody>
          <a:bodyPr anchor="ctr" bIns="45720" lIns="91440" rIns="91440" rtlCol="0" tIns="45720" vert="horz"/>
          <a:lstStyle>
            <a:lvl1pPr algn="r">
              <a:defRPr sz="900">
                <a:solidFill>
                  <a:schemeClr val="accent2"/>
                </a:solidFill>
              </a:defRPr>
            </a:lvl1pPr>
          </a:lstStyle>
          <a:p>
            <a:fld id="{502EB460-7A77-4FFF-B1B8-6684B90782F2}" type="slidenum">
              <a:rPr lang="en-IN" smtClean="0"/>
              <a:t>‹#›</a:t>
            </a:fld>
            <a:endParaRPr lang="en-IN"/>
          </a:p>
        </p:txBody>
      </p:sp>
      <p:sp>
        <p:nvSpPr>
          <p:cNvPr id="1048581" name="Rectangle 8"/>
          <p:cNvSpPr/>
          <p:nvPr/>
        </p:nvSpPr>
        <p:spPr>
          <a:xfrm>
            <a:off x="446534" y="457200"/>
            <a:ext cx="3703320" cy="94997"/>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582" name="Rectangle 9"/>
          <p:cNvSpPr/>
          <p:nvPr/>
        </p:nvSpPr>
        <p:spPr>
          <a:xfrm>
            <a:off x="8042147" y="453643"/>
            <a:ext cx="3703320" cy="98554"/>
          </a:xfrm>
          <a:prstGeom prst="rect"/>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048583" name="Rectangle 10"/>
          <p:cNvSpPr/>
          <p:nvPr/>
        </p:nvSpPr>
        <p:spPr>
          <a:xfrm>
            <a:off x="4241830" y="457200"/>
            <a:ext cx="3703320" cy="91440"/>
          </a:xfrm>
          <a:prstGeom prst="rect"/>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eaLnBrk="1" hangingPunct="1" latinLnBrk="0" rtl="0">
        <a:spcBef>
          <a:spcPct val="0"/>
        </a:spcBef>
        <a:buNone/>
        <a:defRPr b="0" cap="all" sz="280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algn="l" defTabSz="457200" eaLnBrk="1" hangingPunct="1" indent="-306000" latinLnBrk="0" marL="306000" rtl="0">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algn="l" defTabSz="457200" eaLnBrk="1" hangingPunct="1" indent="-306000" latinLnBrk="0" marL="630000" rtl="0">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algn="l" defTabSz="457200" eaLnBrk="1" hangingPunct="1" indent="-270000" latinLnBrk="0" marL="900000" rtl="0">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algn="l" defTabSz="457200" eaLnBrk="1" hangingPunct="1" indent="-234000" latinLnBrk="0" marL="1242000" rtl="0">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algn="l" defTabSz="457200" eaLnBrk="1" hangingPunct="1" indent="-234000" latinLnBrk="0" marL="1602000" rtl="0">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algn="l" defTabSz="457200" eaLnBrk="1" hangingPunct="1" indent="-228600" latinLnBrk="0" marL="1900000" rtl="0">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algn="l" defTabSz="457200" eaLnBrk="1" hangingPunct="1" indent="-228600" latinLnBrk="0" marL="2200000" rtl="0">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algn="l" defTabSz="457200" eaLnBrk="1" hangingPunct="1" indent="-228600" latinLnBrk="0" marL="2500000" rtl="0">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algn="l" defTabSz="457200" eaLnBrk="1" hangingPunct="1" indent="-228600" latinLnBrk="0" marL="2800000" rtl="0">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90" name="Title 1"/>
          <p:cNvSpPr>
            <a:spLocks noGrp="1"/>
          </p:cNvSpPr>
          <p:nvPr>
            <p:ph type="title"/>
          </p:nvPr>
        </p:nvSpPr>
        <p:spPr/>
        <p:txBody>
          <a:bodyPr>
            <a:normAutofit/>
          </a:bodyPr>
          <a:p>
            <a:r>
              <a:rPr dirty="0" sz="4400" lang="en-IN"/>
              <a:t>BANKING ANALYTICS DASHBOARD</a:t>
            </a:r>
          </a:p>
        </p:txBody>
      </p:sp>
      <p:sp>
        <p:nvSpPr>
          <p:cNvPr id="1048591" name="Content Placeholder 9"/>
          <p:cNvSpPr>
            <a:spLocks noGrp="1"/>
          </p:cNvSpPr>
          <p:nvPr>
            <p:ph idx="1"/>
          </p:nvPr>
        </p:nvSpPr>
        <p:spPr>
          <a:xfrm>
            <a:off x="452582" y="1921163"/>
            <a:ext cx="11286836" cy="4664363"/>
          </a:xfrm>
        </p:spPr>
        <p:txBody>
          <a:bodyPr>
            <a:normAutofit/>
          </a:bodyPr>
          <a:p>
            <a:pPr algn="ctr" indent="0" marL="0">
              <a:buNone/>
            </a:pPr>
            <a:r>
              <a:rPr b="1" dirty="0" sz="3200" lang="en-IN">
                <a:solidFill>
                  <a:srgbClr val="222222"/>
                </a:solidFill>
                <a:latin typeface="Calibri" panose="020F0502020204030204" pitchFamily="34" charset="0"/>
              </a:rPr>
              <a:t>Team members </a:t>
            </a:r>
          </a:p>
          <a:p>
            <a:pPr algn="ctr" indent="0" marL="0">
              <a:buNone/>
            </a:pPr>
            <a:r>
              <a:rPr b="1" dirty="0" sz="3200" lang="en-IN">
                <a:solidFill>
                  <a:srgbClr val="222222"/>
                </a:solidFill>
                <a:latin typeface="Calibri" panose="020F0502020204030204" pitchFamily="34" charset="0"/>
              </a:rPr>
              <a:t>Group </a:t>
            </a:r>
            <a:r>
              <a:rPr b="1" dirty="0" sz="3200" lang="en-US">
                <a:solidFill>
                  <a:srgbClr val="222222"/>
                </a:solidFill>
                <a:latin typeface="Calibri" panose="020F0502020204030204" pitchFamily="34" charset="0"/>
              </a:rPr>
              <a:t>5</a:t>
            </a:r>
            <a:endParaRPr altLang="en-US" lang="zh-CN"/>
          </a:p>
          <a:p>
            <a:pPr algn="ctr" indent="0" marL="0">
              <a:buNone/>
            </a:pPr>
            <a:endParaRPr altLang="en-US" lang="zh-CN"/>
          </a:p>
          <a:p>
            <a:pPr>
              <a:buFont typeface="Wingdings" panose="05000000000000000000" pitchFamily="2" charset="2"/>
              <a:buChar char="Ø"/>
            </a:pPr>
            <a:r>
              <a:rPr dirty="0" sz="2400" lang="en-IN">
                <a:solidFill>
                  <a:srgbClr val="222222"/>
                </a:solidFill>
                <a:latin typeface="Calibri" panose="020F0502020204030204" pitchFamily="34" charset="0"/>
              </a:rPr>
              <a:t>Keshav Tiwari</a:t>
            </a:r>
          </a:p>
          <a:p>
            <a:pPr>
              <a:buFont typeface="Wingdings" panose="05000000000000000000" pitchFamily="2" charset="2"/>
              <a:buChar char="Ø"/>
            </a:pPr>
            <a:r>
              <a:rPr b="0" dirty="0" sz="2400" i="0" lang="en-IN">
                <a:solidFill>
                  <a:srgbClr val="222222"/>
                </a:solidFill>
                <a:effectLst/>
                <a:latin typeface="Calibri" panose="020F0502020204030204" pitchFamily="34" charset="0"/>
              </a:rPr>
              <a:t>Zainab Shaikh</a:t>
            </a:r>
            <a:endParaRPr dirty="0" sz="2400" lang="en-IN">
              <a:solidFill>
                <a:srgbClr val="222222"/>
              </a:solidFill>
              <a:latin typeface="Calibri" panose="020F0502020204030204" pitchFamily="34" charset="0"/>
            </a:endParaRPr>
          </a:p>
          <a:p>
            <a:pPr>
              <a:buFont typeface="Wingdings" panose="05000000000000000000" pitchFamily="2" charset="2"/>
              <a:buChar char="Ø"/>
            </a:pPr>
            <a:r>
              <a:rPr b="0" dirty="0" sz="2400" i="0" lang="en-IN">
                <a:solidFill>
                  <a:srgbClr val="222222"/>
                </a:solidFill>
                <a:effectLst/>
                <a:latin typeface="Calibri" panose="020F0502020204030204" pitchFamily="34" charset="0"/>
              </a:rPr>
              <a:t>Shruti Shekhar </a:t>
            </a:r>
          </a:p>
          <a:p>
            <a:pPr>
              <a:buFont typeface="Wingdings" panose="05000000000000000000" pitchFamily="2" charset="2"/>
              <a:buChar char="Ø"/>
            </a:pPr>
            <a:r>
              <a:rPr b="0" dirty="0" sz="2400" i="0" lang="en-IN">
                <a:solidFill>
                  <a:srgbClr val="222222"/>
                </a:solidFill>
                <a:effectLst/>
                <a:latin typeface="Calibri" panose="020F0502020204030204" pitchFamily="34" charset="0"/>
              </a:rPr>
              <a:t>Shreya</a:t>
            </a:r>
          </a:p>
          <a:p>
            <a:pPr>
              <a:buFont typeface="Wingdings" panose="05000000000000000000" pitchFamily="2" charset="2"/>
              <a:buChar char="Ø"/>
            </a:pPr>
            <a:r>
              <a:rPr b="0" dirty="0" sz="2400" i="0" lang="en-IN">
                <a:solidFill>
                  <a:srgbClr val="222222"/>
                </a:solidFill>
                <a:effectLst/>
                <a:latin typeface="Calibri" panose="020F0502020204030204" pitchFamily="34" charset="0"/>
              </a:rPr>
              <a:t>Manasi Patil</a:t>
            </a:r>
            <a:endParaRPr dirty="0" sz="2400" lang="en-IN">
              <a:solidFill>
                <a:srgbClr val="222222"/>
              </a:solidFill>
              <a:latin typeface="Calibri" panose="020F0502020204030204" pitchFamily="34" charset="0"/>
            </a:endParaRPr>
          </a:p>
          <a:p>
            <a:pPr>
              <a:buFont typeface="Wingdings" panose="05000000000000000000" pitchFamily="2" charset="2"/>
              <a:buChar char="Ø"/>
            </a:pPr>
            <a:r>
              <a:rPr b="0" dirty="0" sz="2400" i="0" lang="en-IN">
                <a:solidFill>
                  <a:srgbClr val="222222"/>
                </a:solidFill>
                <a:effectLst/>
                <a:latin typeface="Calibri" panose="020F0502020204030204" pitchFamily="34" charset="0"/>
              </a:rPr>
              <a:t>Sujan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92" name="Title 1"/>
          <p:cNvSpPr>
            <a:spLocks noGrp="1"/>
          </p:cNvSpPr>
          <p:nvPr>
            <p:ph type="title"/>
          </p:nvPr>
        </p:nvSpPr>
        <p:spPr/>
        <p:txBody>
          <a:bodyPr>
            <a:normAutofit/>
          </a:bodyPr>
          <a:p>
            <a:r>
              <a:rPr dirty="0" sz="3600" lang="en-IN"/>
              <a:t>Introduction</a:t>
            </a:r>
          </a:p>
        </p:txBody>
      </p:sp>
      <p:sp>
        <p:nvSpPr>
          <p:cNvPr id="1048593" name="Content Placeholder 2"/>
          <p:cNvSpPr>
            <a:spLocks noGrp="1"/>
          </p:cNvSpPr>
          <p:nvPr>
            <p:ph idx="1"/>
          </p:nvPr>
        </p:nvSpPr>
        <p:spPr>
          <a:xfrm>
            <a:off x="427840" y="1543574"/>
            <a:ext cx="11182968" cy="4315225"/>
          </a:xfrm>
        </p:spPr>
        <p:txBody>
          <a:bodyPr>
            <a:normAutofit/>
          </a:bodyPr>
          <a:p>
            <a:pPr indent="0" marL="0">
              <a:buNone/>
            </a:pPr>
            <a:r>
              <a:rPr b="1" dirty="0" sz="3200" i="0" lang="en-US">
                <a:solidFill>
                  <a:schemeClr val="tx1"/>
                </a:solidFill>
                <a:effectLst/>
                <a:latin typeface="Aharoni" panose="02010803020104030203" pitchFamily="2" charset="-79"/>
                <a:cs typeface="Aharoni" panose="02010803020104030203" pitchFamily="2" charset="-79"/>
              </a:rPr>
              <a:t>Banking analytics, also known as financial data analytics, uses data to help banks make better decisions. It involves collecting, processing, and analyzing data to gain insights into customer behavior, market trends, and risk assessments, ultimately helping banks improve their operations, reduce costs, and enhance the customer experience</a:t>
            </a:r>
            <a:endParaRPr b="1" dirty="0" sz="3200" lang="en-IN">
              <a:solidFill>
                <a:schemeClr val="tx1"/>
              </a:solidFill>
              <a:latin typeface="Aharoni" panose="02010803020104030203" pitchFamily="2" charset="-79"/>
              <a:cs typeface="Aharoni" panose="02010803020104030203" pitchFamily="2" charset="-79"/>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pic>
        <p:nvPicPr>
          <p:cNvPr id="2097152" name="Picture 2"/>
          <p:cNvPicPr>
            <a:picLocks noChangeAspect="1"/>
          </p:cNvPicPr>
          <p:nvPr/>
        </p:nvPicPr>
        <p:blipFill>
          <a:blip xmlns:r="http://schemas.openxmlformats.org/officeDocument/2006/relationships" r:embed="rId1"/>
          <a:stretch>
            <a:fillRect/>
          </a:stretch>
        </p:blipFill>
        <p:spPr>
          <a:xfrm>
            <a:off x="5472893" y="3877483"/>
            <a:ext cx="2446314" cy="1734751"/>
          </a:xfrm>
          <a:prstGeom prst="rect"/>
        </p:spPr>
      </p:pic>
      <p:pic>
        <p:nvPicPr>
          <p:cNvPr id="2097153" name="Picture 4"/>
          <p:cNvPicPr>
            <a:picLocks noChangeAspect="1"/>
          </p:cNvPicPr>
          <p:nvPr/>
        </p:nvPicPr>
        <p:blipFill>
          <a:blip xmlns:r="http://schemas.openxmlformats.org/officeDocument/2006/relationships" r:embed="rId2"/>
          <a:stretch>
            <a:fillRect/>
          </a:stretch>
        </p:blipFill>
        <p:spPr>
          <a:xfrm>
            <a:off x="3878984" y="2100861"/>
            <a:ext cx="2751589" cy="1328139"/>
          </a:xfrm>
          <a:prstGeom prst="rect"/>
        </p:spPr>
      </p:pic>
      <p:pic>
        <p:nvPicPr>
          <p:cNvPr id="2097154" name="Picture 7"/>
          <p:cNvPicPr>
            <a:picLocks noChangeAspect="1"/>
          </p:cNvPicPr>
          <p:nvPr/>
        </p:nvPicPr>
        <p:blipFill>
          <a:blip xmlns:r="http://schemas.openxmlformats.org/officeDocument/2006/relationships" r:embed="rId3"/>
          <a:stretch>
            <a:fillRect/>
          </a:stretch>
        </p:blipFill>
        <p:spPr>
          <a:xfrm>
            <a:off x="7661839" y="2168628"/>
            <a:ext cx="3612965" cy="1153412"/>
          </a:xfrm>
          <a:prstGeom prst="rect"/>
        </p:spPr>
      </p:pic>
      <p:pic>
        <p:nvPicPr>
          <p:cNvPr id="2097155" name="Picture 9"/>
          <p:cNvPicPr>
            <a:picLocks noChangeAspect="1"/>
          </p:cNvPicPr>
          <p:nvPr/>
        </p:nvPicPr>
        <p:blipFill>
          <a:blip xmlns:r="http://schemas.openxmlformats.org/officeDocument/2006/relationships" r:embed="rId4"/>
          <a:stretch>
            <a:fillRect/>
          </a:stretch>
        </p:blipFill>
        <p:spPr>
          <a:xfrm>
            <a:off x="1904301" y="3923464"/>
            <a:ext cx="2663320" cy="1529380"/>
          </a:xfrm>
          <a:prstGeom prst="rect"/>
        </p:spPr>
      </p:pic>
      <p:pic>
        <p:nvPicPr>
          <p:cNvPr id="2097156" name="Picture 11"/>
          <p:cNvPicPr>
            <a:picLocks noChangeAspect="1"/>
          </p:cNvPicPr>
          <p:nvPr/>
        </p:nvPicPr>
        <p:blipFill>
          <a:blip xmlns:r="http://schemas.openxmlformats.org/officeDocument/2006/relationships" r:embed="rId5"/>
          <a:stretch>
            <a:fillRect/>
          </a:stretch>
        </p:blipFill>
        <p:spPr>
          <a:xfrm>
            <a:off x="310393" y="1993900"/>
            <a:ext cx="3246539" cy="1328140"/>
          </a:xfrm>
          <a:prstGeom prst="rec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599" name="Title 1"/>
          <p:cNvSpPr>
            <a:spLocks noGrp="1"/>
          </p:cNvSpPr>
          <p:nvPr>
            <p:ph type="title"/>
          </p:nvPr>
        </p:nvSpPr>
        <p:spPr>
          <a:xfrm>
            <a:off x="415636" y="522143"/>
            <a:ext cx="11711709" cy="652316"/>
          </a:xfrm>
        </p:spPr>
        <p:txBody>
          <a:bodyPr>
            <a:normAutofit/>
          </a:bodyPr>
          <a:p>
            <a:r>
              <a:rPr dirty="0" sz="3600" lang="en-IN"/>
              <a:t>Excel Dashboard</a:t>
            </a:r>
          </a:p>
        </p:txBody>
      </p:sp>
      <p:pic>
        <p:nvPicPr>
          <p:cNvPr id="2097157" name="Picture 5"/>
          <p:cNvPicPr>
            <a:picLocks noChangeAspect="1"/>
          </p:cNvPicPr>
          <p:nvPr/>
        </p:nvPicPr>
        <p:blipFill>
          <a:blip xmlns:r="http://schemas.openxmlformats.org/officeDocument/2006/relationships" r:embed="rId1"/>
          <a:stretch>
            <a:fillRect/>
          </a:stretch>
        </p:blipFill>
        <p:spPr>
          <a:xfrm>
            <a:off x="446527" y="1149326"/>
            <a:ext cx="11329838" cy="5603812"/>
          </a:xfrm>
          <a:prstGeom prst="rec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00" name="Title 1"/>
          <p:cNvSpPr>
            <a:spLocks noGrp="1"/>
          </p:cNvSpPr>
          <p:nvPr>
            <p:ph type="title"/>
          </p:nvPr>
        </p:nvSpPr>
        <p:spPr>
          <a:xfrm>
            <a:off x="419100" y="517064"/>
            <a:ext cx="11353800" cy="623840"/>
          </a:xfrm>
        </p:spPr>
        <p:txBody>
          <a:bodyPr>
            <a:normAutofit/>
          </a:bodyPr>
          <a:p>
            <a:r>
              <a:rPr dirty="0" sz="3600" lang="en-IN"/>
              <a:t>Tableau Dashboard</a:t>
            </a:r>
          </a:p>
        </p:txBody>
      </p:sp>
      <p:pic>
        <p:nvPicPr>
          <p:cNvPr id="2097158" name="Picture 3"/>
          <p:cNvPicPr>
            <a:picLocks noChangeAspect="1"/>
          </p:cNvPicPr>
          <p:nvPr/>
        </p:nvPicPr>
        <p:blipFill>
          <a:blip xmlns:r="http://schemas.openxmlformats.org/officeDocument/2006/relationships" r:embed="rId1"/>
          <a:stretch>
            <a:fillRect/>
          </a:stretch>
        </p:blipFill>
        <p:spPr>
          <a:xfrm>
            <a:off x="419100" y="1082180"/>
            <a:ext cx="11353800" cy="5670958"/>
          </a:xfrm>
          <a:prstGeom prst="rec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601" name="Title 1"/>
          <p:cNvSpPr>
            <a:spLocks noGrp="1"/>
          </p:cNvSpPr>
          <p:nvPr>
            <p:ph type="title"/>
          </p:nvPr>
        </p:nvSpPr>
        <p:spPr>
          <a:xfrm>
            <a:off x="443346" y="346654"/>
            <a:ext cx="12192001" cy="827806"/>
          </a:xfrm>
        </p:spPr>
        <p:txBody>
          <a:bodyPr>
            <a:normAutofit/>
          </a:bodyPr>
          <a:p>
            <a:r>
              <a:rPr dirty="0" sz="3600" lang="en-IN"/>
              <a:t>Power BI Dashboard</a:t>
            </a:r>
          </a:p>
        </p:txBody>
      </p:sp>
      <p:pic>
        <p:nvPicPr>
          <p:cNvPr id="2097159" name="Picture 4"/>
          <p:cNvPicPr>
            <a:picLocks noChangeAspect="1"/>
          </p:cNvPicPr>
          <p:nvPr/>
        </p:nvPicPr>
        <p:blipFill>
          <a:blip xmlns:r="http://schemas.openxmlformats.org/officeDocument/2006/relationships" r:embed="rId1"/>
          <a:stretch>
            <a:fillRect/>
          </a:stretch>
        </p:blipFill>
        <p:spPr>
          <a:xfrm>
            <a:off x="443346" y="1174459"/>
            <a:ext cx="11305308" cy="5683541"/>
          </a:xfrm>
          <a:prstGeom prst="rec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6" name=""/>
        <p:cNvGrpSpPr/>
        <p:nvPr/>
      </p:nvGrpSpPr>
      <p:grpSpPr>
        <a:xfrm>
          <a:off x="0" y="0"/>
          <a:ext cx="0" cy="0"/>
          <a:chOff x="0" y="0"/>
          <a:chExt cx="0" cy="0"/>
        </a:xfrm>
      </p:grpSpPr>
      <p:sp>
        <p:nvSpPr>
          <p:cNvPr id="1048669" name=""/>
          <p:cNvSpPr>
            <a:spLocks noGrp="1"/>
          </p:cNvSpPr>
          <p:nvPr>
            <p:ph type="title"/>
          </p:nvPr>
        </p:nvSpPr>
        <p:spPr/>
        <p:txBody>
          <a:bodyPr/>
          <a:p>
            <a:endParaRPr lang="en-US"/>
          </a:p>
        </p:txBody>
      </p:sp>
      <p:sp>
        <p:nvSpPr>
          <p:cNvPr id="1048670" name=""/>
          <p:cNvSpPr>
            <a:spLocks noGrp="1"/>
          </p:cNvSpPr>
          <p:nvPr>
            <p:ph idx="1"/>
          </p:nvPr>
        </p:nvSpPr>
        <p:spPr/>
        <p:txBody>
          <a:bodyPr/>
          <a:p>
            <a:endParaRPr lang="en-US"/>
          </a:p>
        </p:txBody>
      </p:sp>
      <p:pic>
        <p:nvPicPr>
          <p:cNvPr id="2097164" name=""/>
          <p:cNvPicPr>
            <a:picLocks/>
          </p:cNvPicPr>
          <p:nvPr/>
        </p:nvPicPr>
        <p:blipFill>
          <a:blip xmlns:r="http://schemas.openxmlformats.org/officeDocument/2006/relationships" r:embed="rId1"/>
          <a:stretch>
            <a:fillRect/>
          </a:stretch>
        </p:blipFill>
        <p:spPr>
          <a:xfrm rot="0">
            <a:off x="0" y="304882"/>
            <a:ext cx="12192000" cy="6248236"/>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pic>
        <p:nvPicPr>
          <p:cNvPr id="2097160" name="Picture 2"/>
          <p:cNvPicPr>
            <a:picLocks noChangeAspect="1"/>
          </p:cNvPicPr>
          <p:nvPr/>
        </p:nvPicPr>
        <p:blipFill>
          <a:blip xmlns:r="http://schemas.openxmlformats.org/officeDocument/2006/relationships" r:embed="rId1"/>
          <a:stretch>
            <a:fillRect/>
          </a:stretch>
        </p:blipFill>
        <p:spPr>
          <a:xfrm>
            <a:off x="427839" y="651835"/>
            <a:ext cx="5016616" cy="5874800"/>
          </a:xfrm>
          <a:prstGeom prst="rect"/>
        </p:spPr>
      </p:pic>
      <p:pic>
        <p:nvPicPr>
          <p:cNvPr id="2097161" name="Picture 4"/>
          <p:cNvPicPr>
            <a:picLocks noChangeAspect="1"/>
          </p:cNvPicPr>
          <p:nvPr/>
        </p:nvPicPr>
        <p:blipFill>
          <a:blip xmlns:r="http://schemas.openxmlformats.org/officeDocument/2006/relationships" r:embed="rId2"/>
          <a:stretch>
            <a:fillRect/>
          </a:stretch>
        </p:blipFill>
        <p:spPr>
          <a:xfrm>
            <a:off x="5444455" y="700803"/>
            <a:ext cx="5841214" cy="5825832"/>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pic>
        <p:nvPicPr>
          <p:cNvPr id="2097162" name="Picture 4"/>
          <p:cNvPicPr>
            <a:picLocks noChangeAspect="1"/>
          </p:cNvPicPr>
          <p:nvPr/>
        </p:nvPicPr>
        <p:blipFill>
          <a:blip xmlns:r="http://schemas.openxmlformats.org/officeDocument/2006/relationships" r:embed="rId1"/>
          <a:stretch>
            <a:fillRect/>
          </a:stretch>
        </p:blipFill>
        <p:spPr>
          <a:xfrm>
            <a:off x="416561" y="629920"/>
            <a:ext cx="5841999" cy="5963920"/>
          </a:xfrm>
          <a:prstGeom prst="rect"/>
        </p:spPr>
      </p:pic>
      <p:pic>
        <p:nvPicPr>
          <p:cNvPr id="2097163" name="Picture 6"/>
          <p:cNvPicPr>
            <a:picLocks noChangeAspect="1"/>
          </p:cNvPicPr>
          <p:nvPr/>
        </p:nvPicPr>
        <p:blipFill>
          <a:blip xmlns:r="http://schemas.openxmlformats.org/officeDocument/2006/relationships" r:embed="rId2"/>
          <a:stretch>
            <a:fillRect/>
          </a:stretch>
        </p:blipFill>
        <p:spPr>
          <a:xfrm>
            <a:off x="6258560" y="629920"/>
            <a:ext cx="5841999" cy="5963920"/>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05" name="Title 1"/>
          <p:cNvSpPr>
            <a:spLocks noGrp="1"/>
          </p:cNvSpPr>
          <p:nvPr>
            <p:ph type="title"/>
          </p:nvPr>
        </p:nvSpPr>
        <p:spPr>
          <a:xfrm>
            <a:off x="164592" y="425286"/>
            <a:ext cx="11539728" cy="909738"/>
          </a:xfrm>
        </p:spPr>
        <p:txBody>
          <a:bodyPr>
            <a:normAutofit/>
          </a:bodyPr>
          <a:p>
            <a:pPr algn="ctr"/>
            <a:r>
              <a:rPr dirty="0" sz="3600" lang="en-IN"/>
              <a:t>Project Summary</a:t>
            </a:r>
          </a:p>
        </p:txBody>
      </p:sp>
      <p:sp>
        <p:nvSpPr>
          <p:cNvPr id="1048606" name="Content Placeholder 2"/>
          <p:cNvSpPr>
            <a:spLocks noGrp="1"/>
          </p:cNvSpPr>
          <p:nvPr>
            <p:ph idx="1"/>
          </p:nvPr>
        </p:nvSpPr>
        <p:spPr>
          <a:xfrm>
            <a:off x="520116" y="2894202"/>
            <a:ext cx="11293931" cy="3363985"/>
          </a:xfrm>
        </p:spPr>
        <p:txBody>
          <a:bodyPr>
            <a:normAutofit/>
          </a:bodyPr>
          <a:p>
            <a:pPr indent="0" marL="0">
              <a:buNone/>
            </a:pPr>
            <a:endParaRPr dirty="0" lang="en-IN">
              <a:solidFill>
                <a:schemeClr val="tx1"/>
              </a:solidFill>
            </a:endParaRPr>
          </a:p>
          <a:p>
            <a:pPr indent="0" marL="0">
              <a:buNone/>
            </a:pPr>
            <a:endParaRPr dirty="0" lang="en-IN"/>
          </a:p>
          <a:p>
            <a:pPr indent="0" marL="0">
              <a:buNone/>
            </a:pPr>
            <a:r>
              <a:rPr b="1" dirty="0" sz="3200" i="0" lang="en-US">
                <a:solidFill>
                  <a:schemeClr val="tx1"/>
                </a:solidFill>
                <a:effectLst/>
                <a:latin typeface="Aharoni" panose="02010803020104030203" pitchFamily="2" charset="-79"/>
                <a:cs typeface="Aharoni" panose="02010803020104030203" pitchFamily="2" charset="-79"/>
              </a:rPr>
              <a:t>These projects aim to provide actionable insights that can help banks make informed decisions, optimize operations, and improve customer experience. </a:t>
            </a:r>
            <a:endParaRPr b="1" dirty="0" sz="3200" lang="en-IN">
              <a:solidFill>
                <a:schemeClr val="tx1"/>
              </a:solidFill>
              <a:latin typeface="Aharoni" panose="02010803020104030203" pitchFamily="2" charset="-79"/>
              <a:cs typeface="Aharoni" panose="02010803020104030203" pitchFamily="2" charset="-79"/>
            </a:endParaRPr>
          </a:p>
        </p:txBody>
      </p:sp>
      <p:sp>
        <p:nvSpPr>
          <p:cNvPr id="1048607" name="TextBox 4"/>
          <p:cNvSpPr txBox="1"/>
          <p:nvPr/>
        </p:nvSpPr>
        <p:spPr>
          <a:xfrm>
            <a:off x="520116" y="1946246"/>
            <a:ext cx="11184204" cy="2860041"/>
          </a:xfrm>
          <a:prstGeom prst="rect"/>
          <a:noFill/>
        </p:spPr>
        <p:txBody>
          <a:bodyPr wrap="square">
            <a:spAutoFit/>
          </a:bodyPr>
          <a:p>
            <a:r>
              <a:rPr b="1" dirty="0" sz="3200" i="0" lang="en-US">
                <a:effectLst/>
                <a:latin typeface="Aharoni" panose="02010803020104030203" pitchFamily="2" charset="-79"/>
                <a:cs typeface="Aharoni" panose="02010803020104030203" pitchFamily="2" charset="-79"/>
              </a:rPr>
              <a:t>Banking analytics projects involve </a:t>
            </a:r>
            <a:r>
              <a:rPr b="1" dirty="0" sz="3200" lang="en-US">
                <a:latin typeface="Aharoni" panose="02010803020104030203" pitchFamily="2" charset="-79"/>
                <a:cs typeface="Aharoni" panose="02010803020104030203" pitchFamily="2" charset="-79"/>
              </a:rPr>
              <a:t>using data analysis techniques to understand and improve various aspects of financial institutions, such as customer behavior, risk management, and fraud detection</a:t>
            </a:r>
          </a:p>
          <a:p>
            <a:endParaRPr b="1" dirty="0" sz="2800" lang="en-US">
              <a:latin typeface="Aharoni" panose="02010803020104030203" pitchFamily="2" charset="-79"/>
              <a:cs typeface="Aharoni" panose="02010803020104030203" pitchFamily="2" charset="-79"/>
            </a:endParaRPr>
          </a:p>
          <a:p>
            <a:endParaRPr b="1" dirty="0" sz="2800" lang="en-IN">
              <a:latin typeface="Aharoni" panose="02010803020104030203" pitchFamily="2" charset="-79"/>
              <a:cs typeface="Aharoni" panose="02010803020104030203" pitchFamily="2" charset="-79"/>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08" name="Title 1"/>
          <p:cNvSpPr>
            <a:spLocks noGrp="1"/>
          </p:cNvSpPr>
          <p:nvPr>
            <p:ph type="title"/>
          </p:nvPr>
        </p:nvSpPr>
        <p:spPr/>
        <p:txBody>
          <a:bodyPr>
            <a:normAutofit/>
          </a:bodyPr>
          <a:p>
            <a:r>
              <a:rPr dirty="0" sz="3600" lang="en-IN"/>
              <a:t>Key learnings from the project</a:t>
            </a:r>
          </a:p>
        </p:txBody>
      </p:sp>
      <p:sp>
        <p:nvSpPr>
          <p:cNvPr id="1048609" name="Content Placeholder 2"/>
          <p:cNvSpPr>
            <a:spLocks noGrp="1"/>
          </p:cNvSpPr>
          <p:nvPr>
            <p:ph idx="1"/>
          </p:nvPr>
        </p:nvSpPr>
        <p:spPr/>
        <p:txBody>
          <a:bodyPr>
            <a:normAutofit/>
          </a:bodyPr>
          <a:p>
            <a:pPr indent="0" marL="0">
              <a:buNone/>
            </a:pPr>
            <a:r>
              <a:rPr dirty="0" sz="3200" lang="en-US">
                <a:latin typeface="Aharoni" panose="02010803020104030203" pitchFamily="2" charset="-79"/>
                <a:cs typeface="Aharoni" panose="02010803020104030203" pitchFamily="2" charset="-79"/>
              </a:rPr>
              <a:t>This project strengthened my knowledge and hands-on skills in data preparation, KPI development, and dashboard creation using Tableau Public. It also improved my ability to analyze business performance and generate meaningful insights for decision-making, which are essential skills for a career in Data Analytics.</a:t>
            </a:r>
            <a:endParaRPr dirty="0" sz="3200" lang="en-IN">
              <a:latin typeface="Aharoni" panose="02010803020104030203" pitchFamily="2" charset="-79"/>
              <a:cs typeface="Aharoni" panose="02010803020104030203" pitchFamily="2" charset="-79"/>
            </a:endParaRPr>
          </a:p>
        </p:txBody>
      </p:sp>
    </p:spTree>
  </p:cSld>
  <p:clrMapOvr>
    <a:masterClrMapping/>
  </p:clrMapOvr>
</p:sld>
</file>

<file path=ppt/theme/theme1.xml><?xml version="1.0" encoding="utf-8"?>
<a:theme xmlns:a="http://schemas.openxmlformats.org/drawingml/2006/main" name="Dividend">
  <a:themeElements>
    <a:clrScheme name="Dividend">
      <a:dk1>
        <a:sysClr lastClr="000000" val="windowText"/>
      </a:dk1>
      <a:lt1>
        <a:sysClr lastClr="FFFFFF" val="window"/>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r="5400000" dist="25400" rotWithShape="0">
              <a:srgbClr val="000000">
                <a:alpha val="55000"/>
              </a:srgbClr>
            </a:outerShdw>
          </a:effectLst>
        </a:effectStyle>
        <a:effectStyle>
          <a:effectLst>
            <a:outerShdw blurRad="88900" dir="5040000" dist="38100" rotWithShape="0">
              <a:srgbClr val="000000">
                <a:alpha val="60000"/>
              </a:srgbClr>
            </a:outerShdw>
          </a:effectLst>
          <a:scene3d>
            <a:camera prst="orthographicFront">
              <a:rot lat="0" lon="0" rev="0"/>
            </a:camera>
            <a:lightRig dir="tl" rig="threePt">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rukma pawar</dc:creator>
  <cp:lastModifiedBy>keshav Tiwari</cp:lastModifiedBy>
  <dcterms:created xsi:type="dcterms:W3CDTF">2025-04-07T19:42:24Z</dcterms:created>
  <dcterms:modified xsi:type="dcterms:W3CDTF">2025-05-20T10:58:32Z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e195b9944845477488defaa9d7f5a583</vt:lpwstr>
  </property>
</Properties>
</file>